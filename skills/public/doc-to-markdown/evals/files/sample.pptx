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/>
            </a:pPr>
            <a:r>
              <a:t>Big Data Presentation</a:t>
            </a:r>
          </a:p>
          <a:p>
            <a:pPr algn="ctr">
              <a:defRPr sz="2800"/>
            </a:pPr>
            <a:r>
              <a:t>Chapter 1: Introduction to Big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Key Concepts</a:t>
            </a:r>
          </a:p>
          <a:p>
            <a:pPr>
              <a:spcAft>
                <a:spcPts val="800"/>
              </a:spcAft>
              <a:defRPr sz="2000"/>
            </a:pPr>
            <a:r>
              <a:t>  •  Volume - Massive data generation from IoT and social media</a:t>
            </a:r>
          </a:p>
          <a:p>
            <a:pPr>
              <a:spcAft>
                <a:spcPts val="800"/>
              </a:spcAft>
              <a:defRPr sz="2000"/>
            </a:pPr>
            <a:r>
              <a:t>  •  Velocity - Real-time data processing requirements</a:t>
            </a:r>
          </a:p>
          <a:p>
            <a:pPr>
              <a:spcAft>
                <a:spcPts val="800"/>
              </a:spcAft>
              <a:defRPr sz="2000"/>
            </a:pPr>
            <a:r>
              <a:t>  •  Variety - Structured, semi-structured, and unstructured data</a:t>
            </a:r>
          </a:p>
          <a:p>
            <a:pPr>
              <a:spcAft>
                <a:spcPts val="800"/>
              </a:spcAft>
              <a:defRPr sz="2000"/>
            </a:pPr>
            <a:r>
              <a:t>  •  Value - Extracting actionable insights from data</a:t>
            </a:r>
          </a:p>
          <a:p>
            <a:pPr>
              <a:spcAft>
                <a:spcPts val="800"/>
              </a:spcAft>
              <a:defRPr sz="2000"/>
            </a:pPr>
            <a:r>
              <a:t>  •  Veracity - Data quality and trustworthiness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Data Mining Methods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Classification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Clustering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Apriori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Association Rules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